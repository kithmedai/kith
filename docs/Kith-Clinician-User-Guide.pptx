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59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7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66928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9F8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USER GUIDE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2542032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Kith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B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walkthrough of account setup, guided onboarding, and your everyday workspace — with a screenshot for every step.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81951" y="3992499"/>
            <a:ext cx="4325112" cy="2764917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2E2158"/>
            </a:solidFill>
            <a:prstDash val="solid"/>
          </a:ln>
          <a:effectLst>
            <a:outerShdw blurRad="381000" dist="1270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1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247" y="4074795"/>
            <a:ext cx="4160520" cy="2600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covers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take you from a blank sign-up form to a fully configured clinical workspace.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69748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4-step sign-up: account, practice details, photo, and importing any existing bookings.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5486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24231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26974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0288" y="33832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workspace setup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0288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6-step wizard confirms your profile, connects your calendar, imports patients, and sets your plan.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0288" y="5486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screens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65008" y="24231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26974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39328" y="33832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everyday workspace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39328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 of the Dashboard, Patients, Appointments, and Settings — where you’ll spend most of your time.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39328" y="5486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screens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0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8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screens — email and password, your practice details, an optional photo, and bringing in existing bookings.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5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· STEP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secure Kith workspace in under a minute.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work email address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password (minimum 8 characters)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the Terms of Service &amp; Privacy Policy — this confirms you’ll obtain patient consent before recording or AI-processing sessions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skip ahead with "Sign up with Google"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01-register-ac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"/>
            <a:ext cx="292608" cy="292608"/>
          </a:xfrm>
          <a:prstGeom prst="ellipse">
            <a:avLst/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· STEP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practice details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information appears on your AI-generated session notes and patient communications.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name and title (Dr., Prof., etc.)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highest degree (optional)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note format — SOAP or EMDR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clinic/business phone number and practice name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clinic location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02-register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"/>
            <a:ext cx="292608" cy="292608"/>
          </a:xfrm>
          <a:prstGeom prst="ellipse">
            <a:avLst/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· STEP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profile photo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helps patients and your team recognize you at a glance.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"Upload photo" to select a JPG or PNG (max 5 MB)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select "Skip for now" — you can add one anytime from Settings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03-register-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"/>
            <a:ext cx="292608" cy="292608"/>
          </a:xfrm>
          <a:prstGeom prst="ellipse">
            <a:avLst/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· STEP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your existing bookings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how Kith should import your appointments — pick one, both, or skip for now.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Google Calendar for automatic, ongoing sync — the fewest steps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upload an Excel/CSV file of your appointments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private — connections are encrypted and can be disconnected anytime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"Create my workspace" to finish registration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04-register-im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"/>
            <a:ext cx="292608" cy="292608"/>
          </a:xfrm>
          <a:prstGeom prst="ellipse">
            <a:avLst/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0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8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Workspace Setup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six-step wizard confirms your profile, connects your tools, and gets your first patients into Kith.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5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· STEP 1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your workspace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guided setup gets your practice ready — it takes under three minutes.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transcription captures sessions live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notes generate SOAP notes automatically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insights track mood and progress over time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"Let’s get started" to begin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05-onboarding-wel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"/>
            <a:ext cx="292608" cy="292608"/>
          </a:xfrm>
          <a:prstGeom prst="ellipse">
            <a:avLst/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· STEP 2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practice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registration details are pre-filled — review and add anything that’s missing.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designation, and clinic name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WhatsApp number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specializations — type a tag and press Enter to add it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"Save &amp; continue"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06-onboarding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"/>
            <a:ext cx="292608" cy="292608"/>
          </a:xfrm>
          <a:prstGeom prst="ellipse">
            <a:avLst/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· STEP 3 OF 6 · OPTIONAL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your calendar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Google Calendar once — appointments flow in automatically, with no manual entry.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calendar events import as Kith appointments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Kith creates a new event only when you book an online session (for the Meet link) — nothing else on your calendar is touched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anytime from Settings → Integrations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select "Skip for now" and connect later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07-onboarding-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"/>
            <a:ext cx="292608" cy="292608"/>
          </a:xfrm>
          <a:prstGeom prst="ellipse">
            <a:avLst/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· STEP 4 OF 6 · OPTIONAL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patients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existing patient list into Kith, however you keep records today.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tab — CSV or Excel file (required: Name, Phone; optional: Email, Diagnosis, DOB)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tab — add patients one by one, good for fewer than 10 patients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200 patients per import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08-onboarding-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"/>
            <a:ext cx="292608" cy="292608"/>
          </a:xfrm>
          <a:prstGeom prst="ellipse">
            <a:avLst/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· STEP 5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free, or unlock more from day one — cancel anytime, no lock-in.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5 sessions/month, AI clinical notes, in-person session recording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($20/mo) — 60 sessions/month, online sessions, automatic calendar sync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($50/mo) — unlimited sessions, in-session AI suggestions, patient messaging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change your plan anytime from Settings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09-onboarding-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"/>
            <a:ext cx="292608" cy="292608"/>
          </a:xfrm>
          <a:prstGeom prst="ellipse">
            <a:avLst/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· STEP 6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all set!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recap of what’s configured, then straight to your dashboard.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profile created and AI note generation ready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details saved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and patient-record status shown, with links to finish anything skipped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"Go to my dashboard" to start working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10-onboarding-d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"/>
            <a:ext cx="292608" cy="292608"/>
          </a:xfrm>
          <a:prstGeom prst="ellipse">
            <a:avLst/>
          </a:prstGeom>
          <a:solidFill>
            <a:srgbClr val="F4F1FF"/>
          </a:solidFill>
          <a:ln w="12700">
            <a:solidFill>
              <a:srgbClr val="E5E0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0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8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Everyday Workspace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 of the four screens you’ll use most: Dashboard, Patients, Appointments, and Settings.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5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base — a snapshot of today’s practice at a glance.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patients, today’s sessions, and notes generated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schedule, with one-click access to each session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notes panel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"Schedule session" or "Start session" from the top right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1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your full patient roster in one place.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your active caseload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patient to see history, notes, and progress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patients manually or via file import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12-pat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patient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patient record directly from the Patients tab.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name, contact details, and diagnosis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intake details as needed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add them to your active caseload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13-patients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today’s, upcoming, and past sessions in one calendar view.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Today / Upcoming / Past / All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"Sync Google Calendar" pulls in the latest events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appointment" schedules a new session directly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14-appoin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profile &amp;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practice profile, plan, and usage stats in one place.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profile photo and practice details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sessions completed, hours of therapy, and total patients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your plan or connect Google Calendar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15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Integrations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external services to extend what Kith can do.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— imports appointments (requires Pro or higher)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&amp; Transactional Email — configured by your admin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OAuth tokens are encrypted in Supabase Vault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98464" y="1477042"/>
            <a:ext cx="5708599" cy="3629597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5E0F7"/>
            </a:solidFill>
            <a:prstDash val="solid"/>
          </a:ln>
          <a:effectLst>
            <a:outerShdw blurRad="228600" dist="635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7" name="Image 0" descr="C:\Users\canur\AppData\Local\Temp\claude\C--Users-canur-Documents-Claude-Projects-Kith\317257d4-0046-49e4-a2d7-1b3b602db4fc\scratchpad\shots\16-settings-integ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9338"/>
            <a:ext cx="5544007" cy="3465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0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7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66928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ready to go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B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guide handy — every screen in your setup and daily workflow is covered here, step by step.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39776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E4D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plan, profile, or integrations anytime from Settings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E4D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and patient import can be finished later — nothing is locked in during setup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E4D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AI-generated note starts from the practice details you saved in Step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1238</Words>
  <Application>Microsoft Office PowerPoint</Application>
  <PresentationFormat>Widescreen</PresentationFormat>
  <Paragraphs>193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Kith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Kith — Clinician User Guide</dc:title>
  <dc:subject>PptxGenJS Presentation</dc:subject>
  <dc:creator>Kith</dc:creator>
  <cp:lastModifiedBy>Anurag Chaudhary</cp:lastModifiedBy>
  <cp:revision>1</cp:revision>
  <dcterms:created xsi:type="dcterms:W3CDTF">2026-08-06T16:15:54Z</dcterms:created>
  <dcterms:modified xsi:type="dcterms:W3CDTF">2026-08-06T16:37:30Z</dcterms:modified>
</cp:coreProperties>
</file>